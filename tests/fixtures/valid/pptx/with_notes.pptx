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r>
              <a:t>Speaker notes mention Monday owner = Iris.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r>
              <a:t>Speaker notes mention budget delta 15.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r>
              <a:t>Speaker notes mention fallback supplier.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meeting on Monday.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review follows procurement sign-off.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Vendor lead time still volatile.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