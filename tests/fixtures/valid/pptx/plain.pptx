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1: Atlas enters pilot launch next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2: Search indexing and billing validation are complete.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3: Largest risk remains vendor lead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4: Mobile gateway migration gates downstream 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5: Approve rollout checklist and train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